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embeddedFontLst>
    <p:embeddedFont>
      <p:font typeface="Afacad Flux" charset="0"/>
      <p:regular r:id="rId8"/>
      <p:bold r:id="rId9"/>
    </p:embeddedFont>
    <p:embeddedFont>
      <p:font typeface="Calibri" pitchFamily="34" charset="0"/>
      <p:regular r:id="rId10"/>
      <p:bold r:id="rId11"/>
      <p:italic r:id="rId12"/>
      <p:boldItalic r:id="rId13"/>
    </p:embeddedFont>
    <p:embeddedFont>
      <p:font typeface="Comfortaa" charset="0"/>
      <p:regular r:id="rId14"/>
      <p:bold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0" d="100"/>
          <a:sy n="70" d="100"/>
        </p:scale>
        <p:origin x="-720" y="-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0140876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FD8B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53250" y="1795525"/>
            <a:ext cx="476250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476250" y="476250"/>
            <a:ext cx="11715750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AI in Everyday Life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476250" y="1762125"/>
            <a:ext cx="5905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Hi there! 👋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476250" y="2688036"/>
            <a:ext cx="59055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You might think Artificial Intelligence (AI) is just for sci-fi movies, but it's actually all around us!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476250" y="4041293"/>
            <a:ext cx="59055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Think of AI as a </a:t>
            </a:r>
            <a:r>
              <a:rPr lang="en-US" sz="2100" b="1" i="0" u="none" strike="noStrike" cap="none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super-smart helper</a:t>
            </a:r>
            <a:r>
              <a:rPr lang="en-US" sz="2100" b="0" i="0" u="none" strike="noStrike" cap="none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 that learns from what you do to help you better.</a:t>
            </a:r>
            <a:endParaRPr dirty="0"/>
          </a:p>
        </p:txBody>
      </p:sp>
      <p:pic>
        <p:nvPicPr>
          <p:cNvPr id="89" name="Google Shape;89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5389" y="5766589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/>
          <p:nvPr/>
        </p:nvSpPr>
        <p:spPr>
          <a:xfrm>
            <a:off x="1214848" y="5683795"/>
            <a:ext cx="46863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It's closer than you think! Let's see where it hides.</a:t>
            </a:r>
            <a:endParaRPr dirty="0"/>
          </a:p>
        </p:txBody>
      </p:sp>
      <p:pic>
        <p:nvPicPr>
          <p:cNvPr id="91" name="Google Shape;91;p13" descr="image.png"/>
          <p:cNvPicPr preferRelativeResize="0"/>
          <p:nvPr/>
        </p:nvPicPr>
        <p:blipFill rotWithShape="1">
          <a:blip r:embed="rId5">
            <a:alphaModFix/>
          </a:blip>
          <a:srcRect b="8382"/>
          <a:stretch/>
        </p:blipFill>
        <p:spPr>
          <a:xfrm>
            <a:off x="7048500" y="1975113"/>
            <a:ext cx="4572000" cy="39270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ounded Rectangle 2"/>
          <p:cNvSpPr/>
          <p:nvPr/>
        </p:nvSpPr>
        <p:spPr>
          <a:xfrm>
            <a:off x="476250" y="5472752"/>
            <a:ext cx="5173923" cy="900752"/>
          </a:xfrm>
          <a:prstGeom prst="roundRect">
            <a:avLst/>
          </a:prstGeom>
          <a:noFill/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D5BD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6250" y="1814512"/>
            <a:ext cx="476250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476250" y="476250"/>
            <a:ext cx="11715750" cy="676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Fun &amp; Games 🎮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5810250" y="2071687"/>
            <a:ext cx="59055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Ever wonder how YouTube or Netflix always knows exactly what video you want to watch next?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5810250" y="3643312"/>
            <a:ext cx="59055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That's </a:t>
            </a:r>
            <a:r>
              <a:rPr lang="en-US" sz="2100" b="1" i="0" u="none" strike="noStrike" cap="non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AI Recommendation!</a:t>
            </a:r>
            <a:r>
              <a:rPr lang="en-US" sz="2100" b="0" i="0" u="none" strike="noStrike" cap="non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 It looks at what you liked before and finds similar things.</a:t>
            </a:r>
            <a:endParaRPr/>
          </a:p>
        </p:txBody>
      </p:sp>
      <p:pic>
        <p:nvPicPr>
          <p:cNvPr id="100" name="Google Shape;100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1814512"/>
            <a:ext cx="476250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86475" y="538638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6657975" y="5319712"/>
            <a:ext cx="47815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does YouTube know you like funny cat videos?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5976298" y="5126511"/>
            <a:ext cx="5173923" cy="900752"/>
          </a:xfrm>
          <a:prstGeom prst="roundRect">
            <a:avLst/>
          </a:prstGeom>
          <a:noFill/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C84EE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91375" y="1814512"/>
            <a:ext cx="42862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476250" y="476250"/>
            <a:ext cx="11715750" cy="676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Filters &amp; Photos 📸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476250" y="1938337"/>
            <a:ext cx="59055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Do you use funny face filters on Snapchat or TikTok? That's AI computer vision!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476250" y="3509962"/>
            <a:ext cx="5905500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The AI can "see" your face and knows exactly where your eyes, nose, and mouth are to put on those dog ears.</a:t>
            </a:r>
            <a:endParaRPr dirty="0"/>
          </a:p>
        </p:txBody>
      </p:sp>
      <p:pic>
        <p:nvPicPr>
          <p:cNvPr id="111" name="Google Shape;11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2475" y="5695596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1323975" y="5648325"/>
            <a:ext cx="4094112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Raise your hand if you used a filter today!</a:t>
            </a:r>
            <a:endParaRPr/>
          </a:p>
        </p:txBody>
      </p:sp>
      <p:pic>
        <p:nvPicPr>
          <p:cNvPr id="113" name="Google Shape;113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86625" y="1909762"/>
            <a:ext cx="4095750" cy="409575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Rounded Rectangle 8"/>
          <p:cNvSpPr/>
          <p:nvPr/>
        </p:nvSpPr>
        <p:spPr>
          <a:xfrm>
            <a:off x="476250" y="5472752"/>
            <a:ext cx="4737195" cy="900752"/>
          </a:xfrm>
          <a:prstGeom prst="roundRect">
            <a:avLst/>
          </a:prstGeom>
          <a:noFill/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6250" y="2052637"/>
            <a:ext cx="3492549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9799" y="2052637"/>
            <a:ext cx="3492549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223349" y="2052637"/>
            <a:ext cx="3492549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/>
          <p:nvPr/>
        </p:nvSpPr>
        <p:spPr>
          <a:xfrm>
            <a:off x="476250" y="476250"/>
            <a:ext cx="11715750" cy="676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Smart Helpers 🤖</a:t>
            </a:r>
            <a:endParaRPr/>
          </a:p>
        </p:txBody>
      </p:sp>
      <p:pic>
        <p:nvPicPr>
          <p:cNvPr id="122" name="Google Shape;122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698575" y="2452687"/>
            <a:ext cx="1047750" cy="947142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/>
        </p:nvSpPr>
        <p:spPr>
          <a:xfrm>
            <a:off x="867281" y="3637954"/>
            <a:ext cx="2710338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Voice Assistants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781050" y="4342804"/>
            <a:ext cx="2882949" cy="8911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Siri &amp; Alexa listen to your voice and use AI to understand your questions.</a:t>
            </a:r>
            <a:endParaRPr/>
          </a:p>
        </p:txBody>
      </p:sp>
      <p:pic>
        <p:nvPicPr>
          <p:cNvPr id="125" name="Google Shape;125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572125" y="2452687"/>
            <a:ext cx="1047750" cy="947142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>
            <a:off x="5160883" y="3637954"/>
            <a:ext cx="1870233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Navigation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4654599" y="4342804"/>
            <a:ext cx="2882949" cy="8911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Google Maps uses AI to check traffic and find the fastest route.</a:t>
            </a:r>
            <a:endParaRPr/>
          </a:p>
        </p:txBody>
      </p:sp>
      <p:pic>
        <p:nvPicPr>
          <p:cNvPr id="128" name="Google Shape;128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445674" y="2452687"/>
            <a:ext cx="1047750" cy="1047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9109442" y="3738562"/>
            <a:ext cx="172021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Your Turn!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8528149" y="4443412"/>
            <a:ext cx="2882949" cy="720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What is the weirdest thing you ever asked </a:t>
            </a:r>
            <a:r>
              <a:rPr lang="en-US" sz="1800" b="1" i="0" u="none" strike="noStrike" cap="none" dirty="0" err="1" smtClean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Alexa</a:t>
            </a:r>
            <a:r>
              <a:rPr lang="en-US" sz="1800" b="1" i="0" u="none" strike="noStrike" cap="none" dirty="0" smtClean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 or </a:t>
            </a:r>
            <a:r>
              <a:rPr lang="en-US" sz="1800" b="1" i="0" u="none" strike="noStrike" cap="none" dirty="0" err="1" smtClean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Siri</a:t>
            </a:r>
            <a:r>
              <a:rPr lang="en-US" sz="1800" b="1" i="0" u="none" strike="noStrike" cap="none" dirty="0" smtClean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?</a:t>
            </a:r>
            <a:endParaRPr dirty="0"/>
          </a:p>
        </p:txBody>
      </p:sp>
      <p:pic>
        <p:nvPicPr>
          <p:cNvPr id="131" name="Google Shape;131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008137" y="2640508"/>
            <a:ext cx="428625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772150" y="2640508"/>
            <a:ext cx="6477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793337" y="2690812"/>
            <a:ext cx="352425" cy="57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FD8B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4375" y="1814512"/>
            <a:ext cx="42862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7"/>
          <p:cNvSpPr txBox="1"/>
          <p:nvPr/>
        </p:nvSpPr>
        <p:spPr>
          <a:xfrm>
            <a:off x="476250" y="476250"/>
            <a:ext cx="11715750" cy="676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Friend or Tool? 🤔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5810250" y="2290762"/>
            <a:ext cx="620077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Let's Recap:</a:t>
            </a:r>
            <a:endParaRPr sz="2000" b="1" dirty="0"/>
          </a:p>
        </p:txBody>
      </p:sp>
      <p:pic>
        <p:nvPicPr>
          <p:cNvPr id="141" name="Google Shape;141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9625" y="1882466"/>
            <a:ext cx="4095750" cy="40957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oup 1"/>
          <p:cNvGrpSpPr/>
          <p:nvPr/>
        </p:nvGrpSpPr>
        <p:grpSpPr>
          <a:xfrm>
            <a:off x="6105525" y="2762603"/>
            <a:ext cx="5610225" cy="1309334"/>
            <a:chOff x="6105525" y="2762603"/>
            <a:chExt cx="5610225" cy="1309334"/>
          </a:xfrm>
        </p:grpSpPr>
        <p:sp>
          <p:nvSpPr>
            <p:cNvPr id="142" name="Google Shape;142;p17"/>
            <p:cNvSpPr txBox="1"/>
            <p:nvPr/>
          </p:nvSpPr>
          <p:spPr>
            <a:xfrm>
              <a:off x="6105525" y="2871787"/>
              <a:ext cx="85725" cy="4000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0" i="0" u="none" strike="noStrike" cap="none">
                  <a:solidFill>
                    <a:srgbClr val="334155"/>
                  </a:solidFill>
                  <a:latin typeface="Afacad Flux"/>
                  <a:ea typeface="Afacad Flux"/>
                  <a:cs typeface="Afacad Flux"/>
                  <a:sym typeface="Afacad Flux"/>
                </a:rPr>
                <a:t>•</a:t>
              </a:r>
              <a:endParaRPr/>
            </a:p>
          </p:txBody>
        </p:sp>
        <p:sp>
          <p:nvSpPr>
            <p:cNvPr id="143" name="Google Shape;143;p17"/>
            <p:cNvSpPr txBox="1"/>
            <p:nvPr/>
          </p:nvSpPr>
          <p:spPr>
            <a:xfrm>
              <a:off x="6163954" y="2762603"/>
              <a:ext cx="5524500" cy="4847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5725" tIns="0" rIns="0" bIns="0" anchor="t" anchorCtr="0">
              <a:spAutoFit/>
            </a:bodyPr>
            <a:lstStyle/>
            <a:p>
              <a:pPr marR="0" lvl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2100" b="0" i="0" u="none" strike="noStrike" cap="none" dirty="0">
                  <a:solidFill>
                    <a:srgbClr val="334155"/>
                  </a:solidFill>
                  <a:latin typeface="Afacad Flux"/>
                  <a:ea typeface="Afacad Flux"/>
                  <a:cs typeface="Afacad Flux"/>
                  <a:sym typeface="Afacad Flux"/>
                </a:rPr>
                <a:t>AI is </a:t>
              </a:r>
              <a:r>
                <a:rPr lang="en-US" sz="2100" b="1" i="0" u="none" strike="noStrike" cap="none" dirty="0">
                  <a:solidFill>
                    <a:srgbClr val="334155"/>
                  </a:solidFill>
                  <a:latin typeface="Afacad Flux"/>
                  <a:ea typeface="Afacad Flux"/>
                  <a:cs typeface="Afacad Flux"/>
                  <a:sym typeface="Afacad Flux"/>
                </a:rPr>
                <a:t>everywhere</a:t>
              </a:r>
              <a:r>
                <a:rPr lang="en-US" sz="2100" b="0" i="0" u="none" strike="noStrike" cap="none" dirty="0">
                  <a:solidFill>
                    <a:srgbClr val="334155"/>
                  </a:solidFill>
                  <a:latin typeface="Afacad Flux"/>
                  <a:ea typeface="Afacad Flux"/>
                  <a:cs typeface="Afacad Flux"/>
                  <a:sym typeface="Afacad Flux"/>
                </a:rPr>
                <a:t> (Games, Phones, Maps).</a:t>
              </a:r>
              <a:endParaRPr dirty="0"/>
            </a:p>
          </p:txBody>
        </p:sp>
        <p:sp>
          <p:nvSpPr>
            <p:cNvPr id="144" name="Google Shape;144;p17"/>
            <p:cNvSpPr txBox="1"/>
            <p:nvPr/>
          </p:nvSpPr>
          <p:spPr>
            <a:xfrm>
              <a:off x="6105525" y="3271837"/>
              <a:ext cx="85725" cy="4000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0" i="0" u="none" strike="noStrike" cap="none">
                  <a:solidFill>
                    <a:srgbClr val="334155"/>
                  </a:solidFill>
                  <a:latin typeface="Afacad Flux"/>
                  <a:ea typeface="Afacad Flux"/>
                  <a:cs typeface="Afacad Flux"/>
                  <a:sym typeface="Afacad Flux"/>
                </a:rPr>
                <a:t>•</a:t>
              </a:r>
              <a:endParaRPr/>
            </a:p>
          </p:txBody>
        </p:sp>
        <p:sp>
          <p:nvSpPr>
            <p:cNvPr id="145" name="Google Shape;145;p17"/>
            <p:cNvSpPr txBox="1"/>
            <p:nvPr/>
          </p:nvSpPr>
          <p:spPr>
            <a:xfrm>
              <a:off x="6191250" y="3176301"/>
              <a:ext cx="5524500" cy="4000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5725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0" i="0" u="none" strike="noStrike" cap="none" dirty="0">
                  <a:solidFill>
                    <a:srgbClr val="334155"/>
                  </a:solidFill>
                  <a:latin typeface="Afacad Flux"/>
                  <a:ea typeface="Afacad Flux"/>
                  <a:cs typeface="Afacad Flux"/>
                  <a:sym typeface="Afacad Flux"/>
                </a:rPr>
                <a:t>It </a:t>
              </a:r>
              <a:r>
                <a:rPr lang="en-US" sz="2100" b="1" i="0" u="none" strike="noStrike" cap="none" dirty="0">
                  <a:solidFill>
                    <a:srgbClr val="334155"/>
                  </a:solidFill>
                  <a:latin typeface="Afacad Flux"/>
                  <a:ea typeface="Afacad Flux"/>
                  <a:cs typeface="Afacad Flux"/>
                  <a:sym typeface="Afacad Flux"/>
                </a:rPr>
                <a:t>learns</a:t>
              </a:r>
              <a:r>
                <a:rPr lang="en-US" sz="2100" b="0" i="0" u="none" strike="noStrike" cap="none" dirty="0">
                  <a:solidFill>
                    <a:srgbClr val="334155"/>
                  </a:solidFill>
                  <a:latin typeface="Afacad Flux"/>
                  <a:ea typeface="Afacad Flux"/>
                  <a:cs typeface="Afacad Flux"/>
                  <a:sym typeface="Afacad Flux"/>
                </a:rPr>
                <a:t> from us to be helpful.</a:t>
              </a:r>
              <a:endParaRPr dirty="0"/>
            </a:p>
          </p:txBody>
        </p:sp>
        <p:sp>
          <p:nvSpPr>
            <p:cNvPr id="146" name="Google Shape;146;p17"/>
            <p:cNvSpPr txBox="1"/>
            <p:nvPr/>
          </p:nvSpPr>
          <p:spPr>
            <a:xfrm>
              <a:off x="6105525" y="3671887"/>
              <a:ext cx="85725" cy="4000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0" i="0" u="none" strike="noStrike" cap="none">
                  <a:solidFill>
                    <a:srgbClr val="334155"/>
                  </a:solidFill>
                  <a:latin typeface="Afacad Flux"/>
                  <a:ea typeface="Afacad Flux"/>
                  <a:cs typeface="Afacad Flux"/>
                  <a:sym typeface="Afacad Flux"/>
                </a:rPr>
                <a:t>•</a:t>
              </a:r>
              <a:endParaRPr/>
            </a:p>
          </p:txBody>
        </p:sp>
        <p:sp>
          <p:nvSpPr>
            <p:cNvPr id="147" name="Google Shape;147;p17"/>
            <p:cNvSpPr txBox="1"/>
            <p:nvPr/>
          </p:nvSpPr>
          <p:spPr>
            <a:xfrm>
              <a:off x="6191250" y="3576351"/>
              <a:ext cx="5524500" cy="4000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5725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0" i="0" u="none" strike="noStrike" cap="none" dirty="0">
                  <a:solidFill>
                    <a:srgbClr val="334155"/>
                  </a:solidFill>
                  <a:latin typeface="Afacad Flux"/>
                  <a:ea typeface="Afacad Flux"/>
                  <a:cs typeface="Afacad Flux"/>
                  <a:sym typeface="Afacad Flux"/>
                </a:rPr>
                <a:t>It's a tool to make life </a:t>
              </a:r>
              <a:r>
                <a:rPr lang="en-US" sz="2100" b="1" i="0" u="none" strike="noStrike" cap="none" dirty="0">
                  <a:solidFill>
                    <a:srgbClr val="334155"/>
                  </a:solidFill>
                  <a:latin typeface="Afacad Flux"/>
                  <a:ea typeface="Afacad Flux"/>
                  <a:cs typeface="Afacad Flux"/>
                  <a:sym typeface="Afacad Flux"/>
                </a:rPr>
                <a:t>easier</a:t>
              </a:r>
              <a:r>
                <a:rPr lang="en-US" sz="2100" b="0" i="0" u="none" strike="noStrike" cap="none" dirty="0">
                  <a:solidFill>
                    <a:srgbClr val="334155"/>
                  </a:solidFill>
                  <a:latin typeface="Afacad Flux"/>
                  <a:ea typeface="Afacad Flux"/>
                  <a:cs typeface="Afacad Flux"/>
                  <a:sym typeface="Afacad Flux"/>
                </a:rPr>
                <a:t>.</a:t>
              </a:r>
              <a:endParaRPr dirty="0"/>
            </a:p>
          </p:txBody>
        </p:sp>
      </p:grpSp>
      <p:pic>
        <p:nvPicPr>
          <p:cNvPr id="148" name="Google Shape;148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86475" y="4900612"/>
            <a:ext cx="2857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7"/>
          <p:cNvSpPr txBox="1"/>
          <p:nvPr/>
        </p:nvSpPr>
        <p:spPr>
          <a:xfrm>
            <a:off x="6562725" y="4833937"/>
            <a:ext cx="48768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Reflection: If you could build an AI robot, what would it do?</a:t>
            </a:r>
            <a:endParaRPr dirty="0"/>
          </a:p>
        </p:txBody>
      </p:sp>
      <p:sp>
        <p:nvSpPr>
          <p:cNvPr id="15" name="Rounded Rectangle 14"/>
          <p:cNvSpPr/>
          <p:nvPr/>
        </p:nvSpPr>
        <p:spPr>
          <a:xfrm>
            <a:off x="6037285" y="4640736"/>
            <a:ext cx="5334000" cy="900752"/>
          </a:xfrm>
          <a:prstGeom prst="roundRect">
            <a:avLst/>
          </a:prstGeom>
          <a:noFill/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Microsoft Office PowerPoint</Application>
  <PresentationFormat>Custom</PresentationFormat>
  <Paragraphs>29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Afacad Flux</vt:lpstr>
      <vt:lpstr>Calibri</vt:lpstr>
      <vt:lpstr>Comfortaa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CHAMLIN</cp:lastModifiedBy>
  <cp:revision>1</cp:revision>
  <dcterms:modified xsi:type="dcterms:W3CDTF">2025-11-29T06:47:08Z</dcterms:modified>
</cp:coreProperties>
</file>